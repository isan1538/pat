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747" y="1708785"/>
            <a:ext cx="77005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 Transformer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41944" y="2546985"/>
            <a:ext cx="5460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PAT: Physics-Guided Attention Mechanism for PINNs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48039" y="3248025"/>
            <a:ext cx="224780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Ehsan Zeraatkar • December 9,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PDEs govern complex phenomena: heat diffusion, fluid flow, climate dynamics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solvers require fine discretization → prohibitive computational costs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neural approaches lack explicit physical structure or scalability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models often violate fundamental physics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34365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19049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52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PDE constraints as soft penalties. Suffer from gradient pathologies, poor convergence in high dimensions.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76296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Operators (FNO)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159205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function space mappings. Lack explicit PDE awareness and causality constraints.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04764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44388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long-range dependencies but are purely data-driven without physical priors.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 Transformer (PAT)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framework integrating: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 context modeling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attention mechanism (embedded Green's function)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FiLM-modulated SIREN implicit decoder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01730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53778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(Part 1)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 Encoder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288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coarse patches using attention bias derived from heat-kernel Green's function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63033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Query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8084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physics-conditioned features for arbitrary coordinates (x, t)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78237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FiLM-SIREN Decoder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132899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neural representation with adaptive frequency response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 Attention Mechanism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self-attention with physics-derived bias: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7924800" cy="54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Attention(Q, K, V) = softmax(QK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/√d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+ Γ) 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341127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encodes spatiotemporal proximity using heat-kernel function, embedding causal and diffusive structure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Training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multiple supervision sources: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fidelity loss (high-resolution observations)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PDE residual loss (governing equations)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 loss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condition loss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37185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Uncertainty-weighted scheme allows automatic adaptation to heterogeneous data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reconstruction from 1D heat equation: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sparse measurements (M = 100 to 500 points)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against FNO, PI-DeepONet, PINN, SIREN baselines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achieves lowest MSE, L2 error, and PDE residuals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accuracy: Lower MSE and PDE-residual errors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extrapolation: Maintains accuracy in unseen regions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Data-efficient: Reconstructs from minimal, irregular measurements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grounded: Embeds physics directly into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01728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53778"/>
            <a:ext cx="7924800" cy="9996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 Attention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288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Heat-kernel Green's function bias in self-attention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63032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Decoding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80851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FiLM-modulated SIREN with adaptive frequency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782378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Framework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132897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physics constraints with data-driven learning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to 2D and 3D spatial domains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to hyperbolic PDEs (wave equations)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to non-parabolic systems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to high-dimensional problems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traditional numerical solvers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314" y="1727834"/>
            <a:ext cx="76792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Bridges Physics and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5742" y="2505075"/>
            <a:ext cx="74525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physics directly into attention kernel for scalable, interpretable PDE solving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83187" y="3228975"/>
            <a:ext cx="377750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efficient neural operators for complex physical systems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2025-12-09T00:28:39Z</dcterms:created>
  <dcterms:modified xsi:type="dcterms:W3CDTF">2025-12-09T00:28:39Z</dcterms:modified>
</cp:coreProperties>
</file>